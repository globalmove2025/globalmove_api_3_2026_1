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716" r:id="rId3"/>
    <p:sldId id="2719" r:id="rId4"/>
    <p:sldId id="272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7B1DF2-5771-468D-AF70-50831C31F2A3}" v="2" dt="2026-03-04T11:59:06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02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us Nascimento" userId="4afd65d6f6610877" providerId="LiveId" clId="{3ACF71B7-5414-44E5-B337-A3CDCFE294F0}"/>
    <pc:docChg chg="undo custSel modSld">
      <pc:chgData name="Marcus Nascimento" userId="4afd65d6f6610877" providerId="LiveId" clId="{3ACF71B7-5414-44E5-B337-A3CDCFE294F0}" dt="2026-03-04T12:14:48.940" v="114" actId="1076"/>
      <pc:docMkLst>
        <pc:docMk/>
      </pc:docMkLst>
      <pc:sldChg chg="modSp mod">
        <pc:chgData name="Marcus Nascimento" userId="4afd65d6f6610877" providerId="LiveId" clId="{3ACF71B7-5414-44E5-B337-A3CDCFE294F0}" dt="2026-03-04T11:57:53.721" v="1" actId="20577"/>
        <pc:sldMkLst>
          <pc:docMk/>
          <pc:sldMk cId="416621559" sldId="2716"/>
        </pc:sldMkLst>
        <pc:spChg chg="mod">
          <ac:chgData name="Marcus Nascimento" userId="4afd65d6f6610877" providerId="LiveId" clId="{3ACF71B7-5414-44E5-B337-A3CDCFE294F0}" dt="2026-03-04T11:57:53.721" v="1" actId="20577"/>
          <ac:spMkLst>
            <pc:docMk/>
            <pc:sldMk cId="416621559" sldId="2716"/>
            <ac:spMk id="3" creationId="{1C978999-CE32-118E-7CCF-B39A9B748C36}"/>
          </ac:spMkLst>
        </pc:spChg>
      </pc:sldChg>
      <pc:sldChg chg="addSp delSp modSp mod">
        <pc:chgData name="Marcus Nascimento" userId="4afd65d6f6610877" providerId="LiveId" clId="{3ACF71B7-5414-44E5-B337-A3CDCFE294F0}" dt="2026-03-04T12:14:48.940" v="114" actId="1076"/>
        <pc:sldMkLst>
          <pc:docMk/>
          <pc:sldMk cId="2266258688" sldId="2719"/>
        </pc:sldMkLst>
        <pc:spChg chg="add del">
          <ac:chgData name="Marcus Nascimento" userId="4afd65d6f6610877" providerId="LiveId" clId="{3ACF71B7-5414-44E5-B337-A3CDCFE294F0}" dt="2026-03-04T12:13:47.881" v="102" actId="22"/>
          <ac:spMkLst>
            <pc:docMk/>
            <pc:sldMk cId="2266258688" sldId="2719"/>
            <ac:spMk id="9" creationId="{CCE8F329-ED74-6685-1E82-A80581E09EFC}"/>
          </ac:spMkLst>
        </pc:spChg>
        <pc:picChg chg="del">
          <ac:chgData name="Marcus Nascimento" userId="4afd65d6f6610877" providerId="LiveId" clId="{3ACF71B7-5414-44E5-B337-A3CDCFE294F0}" dt="2026-03-04T12:12:17.480" v="95" actId="478"/>
          <ac:picMkLst>
            <pc:docMk/>
            <pc:sldMk cId="2266258688" sldId="2719"/>
            <ac:picMk id="3" creationId="{2A7A3985-034F-F0B6-49F0-0D20C61670C1}"/>
          </ac:picMkLst>
        </pc:picChg>
        <pc:picChg chg="mod">
          <ac:chgData name="Marcus Nascimento" userId="4afd65d6f6610877" providerId="LiveId" clId="{3ACF71B7-5414-44E5-B337-A3CDCFE294F0}" dt="2026-03-04T12:12:25.316" v="98" actId="1076"/>
          <ac:picMkLst>
            <pc:docMk/>
            <pc:sldMk cId="2266258688" sldId="2719"/>
            <ac:picMk id="4" creationId="{A17F379B-AA0B-5199-DACF-39F29C32BA61}"/>
          </ac:picMkLst>
        </pc:picChg>
        <pc:picChg chg="mod">
          <ac:chgData name="Marcus Nascimento" userId="4afd65d6f6610877" providerId="LiveId" clId="{3ACF71B7-5414-44E5-B337-A3CDCFE294F0}" dt="2026-03-04T12:14:48.940" v="114" actId="1076"/>
          <ac:picMkLst>
            <pc:docMk/>
            <pc:sldMk cId="2266258688" sldId="2719"/>
            <ac:picMk id="5" creationId="{44C2FB0D-C8C7-312E-55A5-89C86839270A}"/>
          </ac:picMkLst>
        </pc:picChg>
        <pc:picChg chg="mod">
          <ac:chgData name="Marcus Nascimento" userId="4afd65d6f6610877" providerId="LiveId" clId="{3ACF71B7-5414-44E5-B337-A3CDCFE294F0}" dt="2026-03-04T12:12:28.673" v="100" actId="1076"/>
          <ac:picMkLst>
            <pc:docMk/>
            <pc:sldMk cId="2266258688" sldId="2719"/>
            <ac:picMk id="7" creationId="{C6471444-5E9B-5539-2627-C518FE9A2F40}"/>
          </ac:picMkLst>
        </pc:picChg>
        <pc:picChg chg="mod">
          <ac:chgData name="Marcus Nascimento" userId="4afd65d6f6610877" providerId="LiveId" clId="{3ACF71B7-5414-44E5-B337-A3CDCFE294F0}" dt="2026-03-04T12:12:26.956" v="99" actId="1076"/>
          <ac:picMkLst>
            <pc:docMk/>
            <pc:sldMk cId="2266258688" sldId="2719"/>
            <ac:picMk id="8" creationId="{6DF6213C-B717-EB62-0A86-B5739E22EFEB}"/>
          </ac:picMkLst>
        </pc:picChg>
        <pc:picChg chg="add mod modCrop">
          <ac:chgData name="Marcus Nascimento" userId="4afd65d6f6610877" providerId="LiveId" clId="{3ACF71B7-5414-44E5-B337-A3CDCFE294F0}" dt="2026-03-04T12:14:47.467" v="113" actId="1076"/>
          <ac:picMkLst>
            <pc:docMk/>
            <pc:sldMk cId="2266258688" sldId="2719"/>
            <ac:picMk id="11" creationId="{93F54E39-6B47-4C25-19A8-9CE7D6402833}"/>
          </ac:picMkLst>
        </pc:picChg>
        <pc:picChg chg="del">
          <ac:chgData name="Marcus Nascimento" userId="4afd65d6f6610877" providerId="LiveId" clId="{3ACF71B7-5414-44E5-B337-A3CDCFE294F0}" dt="2026-03-04T12:12:15.828" v="94" actId="478"/>
          <ac:picMkLst>
            <pc:docMk/>
            <pc:sldMk cId="2266258688" sldId="2719"/>
            <ac:picMk id="12" creationId="{1EB07709-F96F-7EC6-8822-522077195E97}"/>
          </ac:picMkLst>
        </pc:picChg>
      </pc:sldChg>
      <pc:sldChg chg="modSp mod">
        <pc:chgData name="Marcus Nascimento" userId="4afd65d6f6610877" providerId="LiveId" clId="{3ACF71B7-5414-44E5-B337-A3CDCFE294F0}" dt="2026-03-04T12:04:02.387" v="93" actId="20577"/>
        <pc:sldMkLst>
          <pc:docMk/>
          <pc:sldMk cId="2606226604" sldId="2720"/>
        </pc:sldMkLst>
        <pc:graphicFrameChg chg="mod modGraphic">
          <ac:chgData name="Marcus Nascimento" userId="4afd65d6f6610877" providerId="LiveId" clId="{3ACF71B7-5414-44E5-B337-A3CDCFE294F0}" dt="2026-03-04T12:04:02.387" v="93" actId="20577"/>
          <ac:graphicFrameMkLst>
            <pc:docMk/>
            <pc:sldMk cId="2606226604" sldId="2720"/>
            <ac:graphicFrameMk id="5" creationId="{7B9642FA-5DE3-439E-B6D5-DAC2CAD8EB8A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18D7AB-CD04-41AB-AB31-B364E2821E38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D19DF32-D821-423E-B5CF-3461470C5683}">
      <dgm:prSet/>
      <dgm:spPr/>
      <dgm:t>
        <a:bodyPr/>
        <a:lstStyle/>
        <a:p>
          <a:r>
            <a:rPr lang="pt-BR"/>
            <a:t>Noite:</a:t>
          </a:r>
          <a:endParaRPr lang="en-US"/>
        </a:p>
      </dgm:t>
    </dgm:pt>
    <dgm:pt modelId="{81253AA4-B748-47FF-8D38-9173646EC519}" type="parTrans" cxnId="{58B90F65-7763-4FD9-A036-DFF89D77EBF5}">
      <dgm:prSet/>
      <dgm:spPr/>
      <dgm:t>
        <a:bodyPr/>
        <a:lstStyle/>
        <a:p>
          <a:endParaRPr lang="en-US"/>
        </a:p>
      </dgm:t>
    </dgm:pt>
    <dgm:pt modelId="{4A38B11A-4A47-4EC5-92C4-0A22A0FB7C25}" type="sibTrans" cxnId="{58B90F65-7763-4FD9-A036-DFF89D77EBF5}">
      <dgm:prSet/>
      <dgm:spPr/>
      <dgm:t>
        <a:bodyPr/>
        <a:lstStyle/>
        <a:p>
          <a:endParaRPr lang="en-US"/>
        </a:p>
      </dgm:t>
    </dgm:pt>
    <dgm:pt modelId="{D2C310A4-7E99-4E41-8DD0-BE082A3280C2}">
      <dgm:prSet/>
      <dgm:spPr/>
      <dgm:t>
        <a:bodyPr/>
        <a:lstStyle/>
        <a:p>
          <a:r>
            <a:rPr lang="en-US" dirty="0" err="1"/>
            <a:t>Vídeo</a:t>
          </a:r>
          <a:r>
            <a:rPr lang="en-US" dirty="0"/>
            <a:t> com </a:t>
          </a:r>
          <a:r>
            <a:rPr lang="en-US" dirty="0" err="1"/>
            <a:t>entendimento</a:t>
          </a:r>
          <a:r>
            <a:rPr lang="en-US" dirty="0"/>
            <a:t> do </a:t>
          </a:r>
          <a:r>
            <a:rPr lang="en-US" dirty="0" err="1"/>
            <a:t>problema</a:t>
          </a:r>
          <a:r>
            <a:rPr lang="en-US" dirty="0"/>
            <a:t>:  27/03</a:t>
          </a:r>
        </a:p>
      </dgm:t>
    </dgm:pt>
    <dgm:pt modelId="{19CC27C7-C5A5-4D75-819B-C01C984EAC25}" type="parTrans" cxnId="{A48C94E5-FB12-4C0C-805A-801C5F84AF47}">
      <dgm:prSet/>
      <dgm:spPr/>
      <dgm:t>
        <a:bodyPr/>
        <a:lstStyle/>
        <a:p>
          <a:endParaRPr lang="en-US"/>
        </a:p>
      </dgm:t>
    </dgm:pt>
    <dgm:pt modelId="{DC2F7EA8-0F50-4850-8E7A-C8EB19A3CE85}" type="sibTrans" cxnId="{A48C94E5-FB12-4C0C-805A-801C5F84AF47}">
      <dgm:prSet/>
      <dgm:spPr/>
      <dgm:t>
        <a:bodyPr/>
        <a:lstStyle/>
        <a:p>
          <a:endParaRPr lang="en-US"/>
        </a:p>
      </dgm:t>
    </dgm:pt>
    <dgm:pt modelId="{A3F79CB3-4AEA-4646-B418-0944E1A3C990}">
      <dgm:prSet/>
      <dgm:spPr/>
      <dgm:t>
        <a:bodyPr/>
        <a:lstStyle/>
        <a:p>
          <a:r>
            <a:rPr lang="pt-BR"/>
            <a:t>Manhã</a:t>
          </a:r>
          <a:endParaRPr lang="en-US"/>
        </a:p>
      </dgm:t>
    </dgm:pt>
    <dgm:pt modelId="{701EE069-3685-4A9F-A9CB-14EA76E3E42F}" type="parTrans" cxnId="{7A0C9749-5F60-4D5A-BE7E-F76E45068155}">
      <dgm:prSet/>
      <dgm:spPr/>
      <dgm:t>
        <a:bodyPr/>
        <a:lstStyle/>
        <a:p>
          <a:endParaRPr lang="en-US"/>
        </a:p>
      </dgm:t>
    </dgm:pt>
    <dgm:pt modelId="{F718B65D-FCF1-454B-B00B-EF2C59148B5D}" type="sibTrans" cxnId="{7A0C9749-5F60-4D5A-BE7E-F76E45068155}">
      <dgm:prSet/>
      <dgm:spPr/>
      <dgm:t>
        <a:bodyPr/>
        <a:lstStyle/>
        <a:p>
          <a:endParaRPr lang="en-US"/>
        </a:p>
      </dgm:t>
    </dgm:pt>
    <dgm:pt modelId="{E3A39796-19B5-46EF-BC13-74B8AFB50E67}">
      <dgm:prSet/>
      <dgm:spPr/>
      <dgm:t>
        <a:bodyPr/>
        <a:lstStyle/>
        <a:p>
          <a:r>
            <a:rPr lang="en-US" dirty="0" err="1"/>
            <a:t>Vídeo</a:t>
          </a:r>
          <a:r>
            <a:rPr lang="en-US" dirty="0"/>
            <a:t> com </a:t>
          </a:r>
          <a:r>
            <a:rPr lang="en-US" dirty="0" err="1"/>
            <a:t>entendimento</a:t>
          </a:r>
          <a:r>
            <a:rPr lang="en-US" dirty="0"/>
            <a:t> do </a:t>
          </a:r>
          <a:r>
            <a:rPr lang="en-US" dirty="0" err="1"/>
            <a:t>problema</a:t>
          </a:r>
          <a:r>
            <a:rPr lang="en-US" dirty="0"/>
            <a:t>:  24/03</a:t>
          </a:r>
        </a:p>
      </dgm:t>
    </dgm:pt>
    <dgm:pt modelId="{0AF6C85C-1C22-4094-A66D-5A97C6F520BF}" type="parTrans" cxnId="{AF9C61EB-C773-4C4A-BF45-730F43EA70F5}">
      <dgm:prSet/>
      <dgm:spPr/>
      <dgm:t>
        <a:bodyPr/>
        <a:lstStyle/>
        <a:p>
          <a:endParaRPr lang="en-US"/>
        </a:p>
      </dgm:t>
    </dgm:pt>
    <dgm:pt modelId="{0B23AC80-C982-435C-9442-283C307D2A53}" type="sibTrans" cxnId="{AF9C61EB-C773-4C4A-BF45-730F43EA70F5}">
      <dgm:prSet/>
      <dgm:spPr/>
      <dgm:t>
        <a:bodyPr/>
        <a:lstStyle/>
        <a:p>
          <a:endParaRPr lang="en-US"/>
        </a:p>
      </dgm:t>
    </dgm:pt>
    <dgm:pt modelId="{673D871E-FD3F-4EA3-BE54-F9BFC69AD468}">
      <dgm:prSet/>
      <dgm:spPr/>
      <dgm:t>
        <a:bodyPr/>
        <a:lstStyle/>
        <a:p>
          <a:r>
            <a:rPr lang="pt-BR" dirty="0"/>
            <a:t>Sprint 1: 24/04
Sprint 2: 15/05
Sprint 3: 05/06
Feira de soluções: 18/06</a:t>
          </a:r>
          <a:endParaRPr lang="en-US" dirty="0"/>
        </a:p>
      </dgm:t>
    </dgm:pt>
    <dgm:pt modelId="{F8BA691A-0A6B-4105-BDDA-F9E3A73E3B6F}" type="parTrans" cxnId="{293BE370-D842-40A5-86FB-AFFE585864E0}">
      <dgm:prSet/>
      <dgm:spPr/>
      <dgm:t>
        <a:bodyPr/>
        <a:lstStyle/>
        <a:p>
          <a:endParaRPr lang="pt-BR"/>
        </a:p>
      </dgm:t>
    </dgm:pt>
    <dgm:pt modelId="{B178B003-12A8-4C0F-BECB-178D9754F6B1}" type="sibTrans" cxnId="{293BE370-D842-40A5-86FB-AFFE585864E0}">
      <dgm:prSet/>
      <dgm:spPr/>
      <dgm:t>
        <a:bodyPr/>
        <a:lstStyle/>
        <a:p>
          <a:endParaRPr lang="pt-BR"/>
        </a:p>
      </dgm:t>
    </dgm:pt>
    <dgm:pt modelId="{A01447C5-CEBF-4E52-BFE7-C97A8B550182}">
      <dgm:prSet/>
      <dgm:spPr/>
      <dgm:t>
        <a:bodyPr/>
        <a:lstStyle/>
        <a:p>
          <a:r>
            <a:rPr lang="pt-BR" dirty="0"/>
            <a:t>Sprint 1: 14/04
Sprint 2: 12/05
Sprint 3: 02/06
Feira de soluções: 18/06</a:t>
          </a:r>
          <a:endParaRPr lang="en-US" dirty="0"/>
        </a:p>
      </dgm:t>
    </dgm:pt>
    <dgm:pt modelId="{61F3DD71-8EB3-4E7F-91A5-A53D825CA2A9}" type="parTrans" cxnId="{8E29A425-DE58-479E-8551-A99B25642056}">
      <dgm:prSet/>
      <dgm:spPr/>
      <dgm:t>
        <a:bodyPr/>
        <a:lstStyle/>
        <a:p>
          <a:endParaRPr lang="pt-BR"/>
        </a:p>
      </dgm:t>
    </dgm:pt>
    <dgm:pt modelId="{4ADA5131-5F13-4C3B-A2B5-22056D62A8DD}" type="sibTrans" cxnId="{8E29A425-DE58-479E-8551-A99B25642056}">
      <dgm:prSet/>
      <dgm:spPr/>
      <dgm:t>
        <a:bodyPr/>
        <a:lstStyle/>
        <a:p>
          <a:endParaRPr lang="pt-BR"/>
        </a:p>
      </dgm:t>
    </dgm:pt>
    <dgm:pt modelId="{DF19E5D1-E3F9-41EB-BD4B-3A9896992780}" type="pres">
      <dgm:prSet presAssocID="{2018D7AB-CD04-41AB-AB31-B364E2821E38}" presName="Name0" presStyleCnt="0">
        <dgm:presLayoutVars>
          <dgm:dir/>
          <dgm:animLvl val="lvl"/>
          <dgm:resizeHandles val="exact"/>
        </dgm:presLayoutVars>
      </dgm:prSet>
      <dgm:spPr/>
    </dgm:pt>
    <dgm:pt modelId="{94FD44A6-87A1-45F4-97C7-11BD0ED2B2C9}" type="pres">
      <dgm:prSet presAssocID="{BD19DF32-D821-423E-B5CF-3461470C5683}" presName="linNode" presStyleCnt="0"/>
      <dgm:spPr/>
    </dgm:pt>
    <dgm:pt modelId="{323E0CB8-5DBA-4DEC-9BF8-55573120B05F}" type="pres">
      <dgm:prSet presAssocID="{BD19DF32-D821-423E-B5CF-3461470C5683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5CF9BBD3-A351-42C6-B8CB-0683FCF20F53}" type="pres">
      <dgm:prSet presAssocID="{BD19DF32-D821-423E-B5CF-3461470C5683}" presName="descendantText" presStyleLbl="alignAccFollowNode1" presStyleIdx="0" presStyleCnt="2">
        <dgm:presLayoutVars>
          <dgm:bulletEnabled val="1"/>
        </dgm:presLayoutVars>
      </dgm:prSet>
      <dgm:spPr/>
    </dgm:pt>
    <dgm:pt modelId="{0D437969-0B35-495E-9BC2-891F75B1AF64}" type="pres">
      <dgm:prSet presAssocID="{4A38B11A-4A47-4EC5-92C4-0A22A0FB7C25}" presName="sp" presStyleCnt="0"/>
      <dgm:spPr/>
    </dgm:pt>
    <dgm:pt modelId="{43828C07-E21E-4B6A-9ACD-F4545CF405F6}" type="pres">
      <dgm:prSet presAssocID="{A3F79CB3-4AEA-4646-B418-0944E1A3C990}" presName="linNode" presStyleCnt="0"/>
      <dgm:spPr/>
    </dgm:pt>
    <dgm:pt modelId="{72668E32-D123-447E-9693-5487F0BE48EC}" type="pres">
      <dgm:prSet presAssocID="{A3F79CB3-4AEA-4646-B418-0944E1A3C990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5059D359-2155-4EDC-929A-66873F36AB20}" type="pres">
      <dgm:prSet presAssocID="{A3F79CB3-4AEA-4646-B418-0944E1A3C990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16BAE31C-D13A-40CE-8ECF-E199B20B84EF}" type="presOf" srcId="{BD19DF32-D821-423E-B5CF-3461470C5683}" destId="{323E0CB8-5DBA-4DEC-9BF8-55573120B05F}" srcOrd="0" destOrd="0" presId="urn:microsoft.com/office/officeart/2005/8/layout/vList5"/>
    <dgm:cxn modelId="{39021D23-C327-405B-95F9-93D15BF47F3A}" type="presOf" srcId="{2018D7AB-CD04-41AB-AB31-B364E2821E38}" destId="{DF19E5D1-E3F9-41EB-BD4B-3A9896992780}" srcOrd="0" destOrd="0" presId="urn:microsoft.com/office/officeart/2005/8/layout/vList5"/>
    <dgm:cxn modelId="{8E29A425-DE58-479E-8551-A99B25642056}" srcId="{A3F79CB3-4AEA-4646-B418-0944E1A3C990}" destId="{A01447C5-CEBF-4E52-BFE7-C97A8B550182}" srcOrd="1" destOrd="0" parTransId="{61F3DD71-8EB3-4E7F-91A5-A53D825CA2A9}" sibTransId="{4ADA5131-5F13-4C3B-A2B5-22056D62A8DD}"/>
    <dgm:cxn modelId="{2F2D3C33-9ED9-4C79-B847-4AC063468CCA}" type="presOf" srcId="{A3F79CB3-4AEA-4646-B418-0944E1A3C990}" destId="{72668E32-D123-447E-9693-5487F0BE48EC}" srcOrd="0" destOrd="0" presId="urn:microsoft.com/office/officeart/2005/8/layout/vList5"/>
    <dgm:cxn modelId="{51651341-BC31-4122-B7E6-46F0BF39BBF0}" type="presOf" srcId="{E3A39796-19B5-46EF-BC13-74B8AFB50E67}" destId="{5059D359-2155-4EDC-929A-66873F36AB20}" srcOrd="0" destOrd="0" presId="urn:microsoft.com/office/officeart/2005/8/layout/vList5"/>
    <dgm:cxn modelId="{58B90F65-7763-4FD9-A036-DFF89D77EBF5}" srcId="{2018D7AB-CD04-41AB-AB31-B364E2821E38}" destId="{BD19DF32-D821-423E-B5CF-3461470C5683}" srcOrd="0" destOrd="0" parTransId="{81253AA4-B748-47FF-8D38-9173646EC519}" sibTransId="{4A38B11A-4A47-4EC5-92C4-0A22A0FB7C25}"/>
    <dgm:cxn modelId="{7A0C9749-5F60-4D5A-BE7E-F76E45068155}" srcId="{2018D7AB-CD04-41AB-AB31-B364E2821E38}" destId="{A3F79CB3-4AEA-4646-B418-0944E1A3C990}" srcOrd="1" destOrd="0" parTransId="{701EE069-3685-4A9F-A9CB-14EA76E3E42F}" sibTransId="{F718B65D-FCF1-454B-B00B-EF2C59148B5D}"/>
    <dgm:cxn modelId="{293BE370-D842-40A5-86FB-AFFE585864E0}" srcId="{BD19DF32-D821-423E-B5CF-3461470C5683}" destId="{673D871E-FD3F-4EA3-BE54-F9BFC69AD468}" srcOrd="1" destOrd="0" parTransId="{F8BA691A-0A6B-4105-BDDA-F9E3A73E3B6F}" sibTransId="{B178B003-12A8-4C0F-BECB-178D9754F6B1}"/>
    <dgm:cxn modelId="{1E8E7056-9706-4D80-9D12-B397C6F4E63A}" type="presOf" srcId="{D2C310A4-7E99-4E41-8DD0-BE082A3280C2}" destId="{5CF9BBD3-A351-42C6-B8CB-0683FCF20F53}" srcOrd="0" destOrd="0" presId="urn:microsoft.com/office/officeart/2005/8/layout/vList5"/>
    <dgm:cxn modelId="{7645B8AA-2E23-4AE4-973A-95FF0E678148}" type="presOf" srcId="{A01447C5-CEBF-4E52-BFE7-C97A8B550182}" destId="{5059D359-2155-4EDC-929A-66873F36AB20}" srcOrd="0" destOrd="1" presId="urn:microsoft.com/office/officeart/2005/8/layout/vList5"/>
    <dgm:cxn modelId="{3D417DCC-04CE-4DA1-B1C3-AB7F0061EA4B}" type="presOf" srcId="{673D871E-FD3F-4EA3-BE54-F9BFC69AD468}" destId="{5CF9BBD3-A351-42C6-B8CB-0683FCF20F53}" srcOrd="0" destOrd="1" presId="urn:microsoft.com/office/officeart/2005/8/layout/vList5"/>
    <dgm:cxn modelId="{A48C94E5-FB12-4C0C-805A-801C5F84AF47}" srcId="{BD19DF32-D821-423E-B5CF-3461470C5683}" destId="{D2C310A4-7E99-4E41-8DD0-BE082A3280C2}" srcOrd="0" destOrd="0" parTransId="{19CC27C7-C5A5-4D75-819B-C01C984EAC25}" sibTransId="{DC2F7EA8-0F50-4850-8E7A-C8EB19A3CE85}"/>
    <dgm:cxn modelId="{AF9C61EB-C773-4C4A-BF45-730F43EA70F5}" srcId="{A3F79CB3-4AEA-4646-B418-0944E1A3C990}" destId="{E3A39796-19B5-46EF-BC13-74B8AFB50E67}" srcOrd="0" destOrd="0" parTransId="{0AF6C85C-1C22-4094-A66D-5A97C6F520BF}" sibTransId="{0B23AC80-C982-435C-9442-283C307D2A53}"/>
    <dgm:cxn modelId="{788E3F8D-1788-42BC-AEF8-D728A01782D6}" type="presParOf" srcId="{DF19E5D1-E3F9-41EB-BD4B-3A9896992780}" destId="{94FD44A6-87A1-45F4-97C7-11BD0ED2B2C9}" srcOrd="0" destOrd="0" presId="urn:microsoft.com/office/officeart/2005/8/layout/vList5"/>
    <dgm:cxn modelId="{4D2B1B10-4DFF-4788-B508-5A8DB6A79DE5}" type="presParOf" srcId="{94FD44A6-87A1-45F4-97C7-11BD0ED2B2C9}" destId="{323E0CB8-5DBA-4DEC-9BF8-55573120B05F}" srcOrd="0" destOrd="0" presId="urn:microsoft.com/office/officeart/2005/8/layout/vList5"/>
    <dgm:cxn modelId="{DA9D7C3E-8366-4286-829F-0BB5BEABCC1D}" type="presParOf" srcId="{94FD44A6-87A1-45F4-97C7-11BD0ED2B2C9}" destId="{5CF9BBD3-A351-42C6-B8CB-0683FCF20F53}" srcOrd="1" destOrd="0" presId="urn:microsoft.com/office/officeart/2005/8/layout/vList5"/>
    <dgm:cxn modelId="{7932EED2-BDE5-4BA5-AF17-DDD608F69B11}" type="presParOf" srcId="{DF19E5D1-E3F9-41EB-BD4B-3A9896992780}" destId="{0D437969-0B35-495E-9BC2-891F75B1AF64}" srcOrd="1" destOrd="0" presId="urn:microsoft.com/office/officeart/2005/8/layout/vList5"/>
    <dgm:cxn modelId="{D67442B7-754C-4CA2-B2D3-D2B1E9CB114B}" type="presParOf" srcId="{DF19E5D1-E3F9-41EB-BD4B-3A9896992780}" destId="{43828C07-E21E-4B6A-9ACD-F4545CF405F6}" srcOrd="2" destOrd="0" presId="urn:microsoft.com/office/officeart/2005/8/layout/vList5"/>
    <dgm:cxn modelId="{56C9751A-F14B-4BC3-8F91-3F398BB62912}" type="presParOf" srcId="{43828C07-E21E-4B6A-9ACD-F4545CF405F6}" destId="{72668E32-D123-447E-9693-5487F0BE48EC}" srcOrd="0" destOrd="0" presId="urn:microsoft.com/office/officeart/2005/8/layout/vList5"/>
    <dgm:cxn modelId="{60358A50-8463-45EC-BAD3-597A840C8CD4}" type="presParOf" srcId="{43828C07-E21E-4B6A-9ACD-F4545CF405F6}" destId="{5059D359-2155-4EDC-929A-66873F36AB2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F9BBD3-A351-42C6-B8CB-0683FCF20F53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Vídeo</a:t>
          </a:r>
          <a:r>
            <a:rPr lang="en-US" sz="1800" kern="1200" dirty="0"/>
            <a:t> com </a:t>
          </a:r>
          <a:r>
            <a:rPr lang="en-US" sz="1800" kern="1200" dirty="0" err="1"/>
            <a:t>entendimento</a:t>
          </a:r>
          <a:r>
            <a:rPr lang="en-US" sz="1800" kern="1200" dirty="0"/>
            <a:t> do </a:t>
          </a:r>
          <a:r>
            <a:rPr lang="en-US" sz="1800" kern="1200" dirty="0" err="1"/>
            <a:t>problema</a:t>
          </a:r>
          <a:r>
            <a:rPr lang="en-US" sz="1800" kern="1200" dirty="0"/>
            <a:t>:  27/03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800" kern="1200" dirty="0"/>
            <a:t>Sprint 1: 24/04
Sprint 2: 15/05
Sprint 3: 05/06
Feira de soluções: 18/06</a:t>
          </a:r>
          <a:endParaRPr lang="en-US" sz="1800" kern="1200" dirty="0"/>
        </a:p>
      </dsp:txBody>
      <dsp:txXfrm rot="-5400000">
        <a:off x="3785616" y="295201"/>
        <a:ext cx="6647092" cy="1532257"/>
      </dsp:txXfrm>
    </dsp:sp>
    <dsp:sp modelId="{323E0CB8-5DBA-4DEC-9BF8-55573120B05F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500" kern="1200"/>
            <a:t>Noite:</a:t>
          </a:r>
          <a:endParaRPr lang="en-US" sz="6500" kern="1200"/>
        </a:p>
      </dsp:txBody>
      <dsp:txXfrm>
        <a:off x="103614" y="103667"/>
        <a:ext cx="3578388" cy="1915324"/>
      </dsp:txXfrm>
    </dsp:sp>
    <dsp:sp modelId="{5059D359-2155-4EDC-929A-66873F36AB20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Vídeo</a:t>
          </a:r>
          <a:r>
            <a:rPr lang="en-US" sz="1800" kern="1200" dirty="0"/>
            <a:t> com </a:t>
          </a:r>
          <a:r>
            <a:rPr lang="en-US" sz="1800" kern="1200" dirty="0" err="1"/>
            <a:t>entendimento</a:t>
          </a:r>
          <a:r>
            <a:rPr lang="en-US" sz="1800" kern="1200" dirty="0"/>
            <a:t> do </a:t>
          </a:r>
          <a:r>
            <a:rPr lang="en-US" sz="1800" kern="1200" dirty="0" err="1"/>
            <a:t>problema</a:t>
          </a:r>
          <a:r>
            <a:rPr lang="en-US" sz="1800" kern="1200" dirty="0"/>
            <a:t>:  24/03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800" kern="1200" dirty="0"/>
            <a:t>Sprint 1: 14/04
Sprint 2: 12/05
Sprint 3: 02/06
Feira de soluções: 18/06</a:t>
          </a:r>
          <a:endParaRPr lang="en-US" sz="1800" kern="1200" dirty="0"/>
        </a:p>
      </dsp:txBody>
      <dsp:txXfrm rot="-5400000">
        <a:off x="3785616" y="2523880"/>
        <a:ext cx="6647092" cy="1532257"/>
      </dsp:txXfrm>
    </dsp:sp>
    <dsp:sp modelId="{72668E32-D123-447E-9693-5487F0BE48EC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500" kern="1200"/>
            <a:t>Manhã</a:t>
          </a:r>
          <a:endParaRPr lang="en-US" sz="6500" kern="1200"/>
        </a:p>
      </dsp:txBody>
      <dsp:txXfrm>
        <a:off x="103614" y="2332346"/>
        <a:ext cx="3578388" cy="19153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23CB0-6879-4053-8C6D-D6C0DD18E12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26E3A-674C-4367-A3FB-5D58B6D2F9A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5388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26E3A-674C-4367-A3FB-5D58B6D2F9A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432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26E3A-674C-4367-A3FB-5D58B6D2F9A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76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ACFE8-60C6-B5AB-D1AA-E9C0E0EDD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E0F9E3-8B23-CC9A-ECF3-7B2A2F983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D7E59F-2DCE-11FC-5FF0-3797EC8CB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1E0911-AC1F-B059-35F7-617938038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D3749D-C14A-76FD-4070-E32ECF491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8721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55843-382A-BD13-1195-AE53B0BAB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531C77-082D-5506-D518-F3F9FE7DB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679575-6B2F-C5C1-6169-CEA40941D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9760BB-F180-AB19-A36E-F162899F5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2187FF-3C54-B8CC-5E5A-B2B19C44B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5317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197DD-2F29-7BED-60AA-3500FD2E9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E702C9-9A82-BEC9-9BDC-1F5126A5B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22A8EE-37BA-E749-9590-3137B387E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0F30EE-9D76-5B4C-383F-A957DF01F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2C1182-1463-5C8A-EAFA-B43FC57A3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5352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575920-F810-2E31-B363-85AB0C30B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E95FE3-247A-B70D-C8CD-CF51D17B51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94B0917-918F-8131-FD2F-8027AC0FC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343F9B-4624-3A35-D05E-415AB66CB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C2D63D-6859-1F64-E7DA-35D551E7D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166BD2-36D7-3DB4-9D64-833604CE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3186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503220-433A-71BF-2AF9-13ECF9DEE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3BD825-4C28-E52C-D17C-4766E1BE1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64C078F-F33C-92D3-AA7E-8BFCF9204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0E70E16-F307-A112-970E-26A653289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4373085-8174-9E2C-C4F6-EFB36591A5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46232C-1841-63A5-4713-F5B0BA42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9A21D8B-DB65-E458-8E33-D404EA6CF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42E60D7-17CF-B46F-C69D-2607EF18D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139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99F49-BAAA-A6EC-1583-889073053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79E152F-BB95-08FD-2844-8153FA7E4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21DED9-00D5-BE55-1DA6-2FB483A4C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359F950-C3D3-DA4D-32D6-CA04268C6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1144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0034592-DE1E-2AE5-BB55-2412D5143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CFC0034-1CB8-70EA-758A-372EF186A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C565D8-161D-906C-331F-D4285C822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6140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E9D03-15A1-E3BC-8BC3-0F6050C92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E15665-5587-4EBD-374E-FD7061978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FA282C-906E-79B8-A6FB-A6C7E5B65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07CA2D-3E26-7DE2-FC35-1D35C32F8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C945F2-D6F1-E825-FA15-A8B81DA1C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F6C23E-C636-9C59-D920-2E3FEF0FA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2575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60B7B-CC88-C886-CA8E-7749B2EAC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5B67EE7-5FED-86F1-6611-D7A21EEC0F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B612DC-E649-DD9F-3805-674C269EA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0BD6B4-DD40-8A9D-5418-84C7727BA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74B0B9-1EFE-52CD-75E1-8F971D5AC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602AB5-B835-54F5-D647-3F7D948BF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0119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22F4E-DCCF-14C3-21F3-A092C8185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90C9AC-B053-D667-DA10-5AF0BE1C6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3A9EC4-5B6E-9E6C-4C4C-EAFDCFAE4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37935C-3F8F-ADB2-DED4-D99724A4F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ACB9C3-8996-A596-D7AD-13E60BB6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0031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BD4F52-481C-E0DE-5D9C-D362D8482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54C557F-0CD9-6997-F3FC-31D9FEEB8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5702E8-65FC-5FC1-3F57-285F4BEE7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A00E5B-18E1-FF03-C2AE-494FBD38B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2D23EE-64D3-BE0D-DA14-008708806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4025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18A1732-67E6-456A-0FDF-BB556FCB0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3A025D-D286-081E-2329-7EF2E05C2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A12882-8B34-010C-0923-6A72D2E4AE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73DA2-84B4-4422-B12E-7870BDF800FA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B8C869-8C05-4944-E63A-71A53A054C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0E30E-9173-8864-5A76-E9823061B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581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5FF6C6-51B3-850B-25B0-939808628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pt-BR" sz="4800" dirty="0">
                <a:solidFill>
                  <a:srgbClr val="FFFFFF"/>
                </a:solidFill>
              </a:rPr>
              <a:t>KICK-OFF API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2FAD9F-5B9E-D061-FF9D-DCBFEFF06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4393278" cy="1244483"/>
          </a:xfrm>
        </p:spPr>
        <p:txBody>
          <a:bodyPr anchor="t">
            <a:normAutofit/>
          </a:bodyPr>
          <a:lstStyle/>
          <a:p>
            <a:pPr algn="l"/>
            <a:endParaRPr lang="pt-BR" dirty="0">
              <a:solidFill>
                <a:srgbClr val="FFFFFF"/>
              </a:solidFill>
            </a:endParaRPr>
          </a:p>
          <a:p>
            <a:pPr algn="l"/>
            <a:endParaRPr lang="pt-BR" dirty="0">
              <a:solidFill>
                <a:srgbClr val="FFFFFF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7" descr="Uma imagem contendo placar, comida&#10;&#10;Descrição gerada automaticamente">
            <a:extLst>
              <a:ext uri="{FF2B5EF4-FFF2-40B4-BE49-F238E27FC236}">
                <a16:creationId xmlns:a16="http://schemas.microsoft.com/office/drawing/2014/main" id="{DC6B1F0C-2198-EAA5-0FE5-EAFDA81BD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446" y="2991794"/>
            <a:ext cx="1822447" cy="87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62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9" name="Rectangle 8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B1640A-2B8D-0887-AFC8-95CEFB0A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ctr">
            <a:normAutofit/>
          </a:bodyPr>
          <a:lstStyle/>
          <a:p>
            <a:r>
              <a:rPr lang="pt-BR" sz="4000" dirty="0"/>
              <a:t>DEMANDA TECNOLÓGICA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978999-CE32-118E-7CCF-B39A9B748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850" y="1990258"/>
            <a:ext cx="5315189" cy="3994473"/>
          </a:xfrm>
        </p:spPr>
        <p:txBody>
          <a:bodyPr anchor="t">
            <a:normAutofit/>
          </a:bodyPr>
          <a:lstStyle/>
          <a:p>
            <a:r>
              <a:rPr lang="pt-BR" b="1" dirty="0"/>
              <a:t>Análise Integrada de Segurança Viária no Brasil</a:t>
            </a:r>
            <a:br>
              <a:rPr lang="pt-BR" b="1" dirty="0"/>
            </a:br>
            <a:endParaRPr lang="pt-BR" b="1" dirty="0"/>
          </a:p>
          <a:p>
            <a:pPr marL="0" indent="0">
              <a:buNone/>
            </a:pPr>
            <a:endParaRPr lang="pt-BR" b="1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 descr="Estatísticas">
            <a:extLst>
              <a:ext uri="{FF2B5EF4-FFF2-40B4-BE49-F238E27FC236}">
                <a16:creationId xmlns:a16="http://schemas.microsoft.com/office/drawing/2014/main" id="{D293FC8E-419C-91DC-5EAE-0344E23C1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21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0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yellow and black sign&#10;&#10;Description automatically generated with low confidence">
            <a:extLst>
              <a:ext uri="{FF2B5EF4-FFF2-40B4-BE49-F238E27FC236}">
                <a16:creationId xmlns:a16="http://schemas.microsoft.com/office/drawing/2014/main" id="{A17F379B-AA0B-5199-DACF-39F29C32BA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110" y="682981"/>
            <a:ext cx="3239242" cy="1051782"/>
          </a:xfrm>
          <a:prstGeom prst="rect">
            <a:avLst/>
          </a:prstGeom>
        </p:spPr>
      </p:pic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C6471444-5E9B-5539-2627-C518FE9A2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962" y="2380267"/>
            <a:ext cx="4410075" cy="1751013"/>
          </a:xfrm>
          <a:prstGeom prst="rect">
            <a:avLst/>
          </a:prstGeom>
        </p:spPr>
      </p:pic>
      <p:pic>
        <p:nvPicPr>
          <p:cNvPr id="5" name="Picture 4" descr="A close-up of a logo&#10;&#10;Description automatically generated">
            <a:extLst>
              <a:ext uri="{FF2B5EF4-FFF2-40B4-BE49-F238E27FC236}">
                <a16:creationId xmlns:a16="http://schemas.microsoft.com/office/drawing/2014/main" id="{44C2FB0D-C8C7-312E-55A5-89C8683927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37" y="3857705"/>
            <a:ext cx="4410075" cy="14271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524FDCB-D21A-7555-6CAF-F721C3516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Tecnologias</a:t>
            </a: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Digitais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F6213C-B717-EB62-0A86-B5739E22EF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589" y="1447504"/>
            <a:ext cx="1800476" cy="15527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F54E39-6B47-4C25-19A8-9CE7D64028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6" r="5699"/>
          <a:stretch>
            <a:fillRect/>
          </a:stretch>
        </p:blipFill>
        <p:spPr>
          <a:xfrm>
            <a:off x="4681796" y="4953102"/>
            <a:ext cx="1092553" cy="108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258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and green background&#10;&#10;AI-generated content may be incorrect.">
            <a:extLst>
              <a:ext uri="{FF2B5EF4-FFF2-40B4-BE49-F238E27FC236}">
                <a16:creationId xmlns:a16="http://schemas.microsoft.com/office/drawing/2014/main" id="{658F4D1E-D863-BA58-7563-65984F3730A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859" b="1187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DD0D2-D1C4-55BC-B4BA-B81B39816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Datas</a:t>
            </a:r>
            <a:r>
              <a:rPr lang="en-US" dirty="0"/>
              <a:t> </a:t>
            </a:r>
            <a:r>
              <a:rPr lang="en-US" dirty="0" err="1"/>
              <a:t>Importantes</a:t>
            </a:r>
            <a:endParaRPr lang="pt-BR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9642FA-5DE3-439E-B6D5-DAC2CAD8EB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385698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062266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75</Words>
  <Application>Microsoft Office PowerPoint</Application>
  <PresentationFormat>Widescreen</PresentationFormat>
  <Paragraphs>13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KICK-OFF API</vt:lpstr>
      <vt:lpstr>DEMANDA TECNOLÓGICA</vt:lpstr>
      <vt:lpstr>Tecnologias Digitais</vt:lpstr>
      <vt:lpstr>Datas Importantes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Integrador I</dc:title>
  <dc:creator>MARCUS VINICIUS DO NASCIMENTO</dc:creator>
  <cp:lastModifiedBy>Marcus Nascimento</cp:lastModifiedBy>
  <cp:revision>32</cp:revision>
  <dcterms:created xsi:type="dcterms:W3CDTF">2022-08-13T22:32:47Z</dcterms:created>
  <dcterms:modified xsi:type="dcterms:W3CDTF">2026-03-04T12:14:56Z</dcterms:modified>
</cp:coreProperties>
</file>